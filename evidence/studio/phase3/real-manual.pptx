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096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4년_산업안전보건교육_주요_개정_요약.png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0" y="496186"/>
            <a:ext cx="9144000" cy="5103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로컬 복원 배경 · 검토 필요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0" y="496186"/>
            <a:ext cx="9144000" cy="510362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 rot="0">
            <a:off x="952500" y="649295"/>
            <a:ext cx="6400800" cy="3317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1928">
                <a:solidFill>
                  <a:srgbClr val="D66A87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2024년 교육 안내 · 직접 수정됨</a:t>
            </a:r>
            <a:endParaRPr lang="ko-KR" sz="1928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