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09600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ynthetic-exif.jpg"/>
          <p:cNvPicPr/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 rot="0">
            <a:off x="2540000" y="0"/>
            <a:ext cx="4064000" cy="6096000"/>
          </a:xfrm>
          <a:prstGeom prst="rect">
            <a:avLst/>
          </a:prstGeom>
        </p:spPr>
      </p:pic>
      <p:pic>
        <p:nvPicPr>
          <p:cNvPr id="3" name="synthetic.webp"/>
          <p:cNvPicPr/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 rot="0">
            <a:off x="0" y="0"/>
            <a:ext cx="9144000" cy="609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