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096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1143000" y="11430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3150">
                <a:solidFill>
                  <a:srgbClr val="1F2226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두 번째 페이지 독립 객체</a:t>
            </a:r>
            <a:endParaRPr lang="ko-KR" sz="3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0" y="7620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3150">
                <a:solidFill>
                  <a:srgbClr val="1F2226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한글 텍스트 수정</a:t>
            </a:r>
            <a:endParaRPr lang="ko-KR" sz="3150"/>
          </a:p>
          <a:p>
            <a:pPr algn="l"/>
            <a:r>
              <a:rPr lang="ko-KR" spc="0" sz="3150">
                <a:solidFill>
                  <a:srgbClr val="1F2226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첫 페이지</a:t>
            </a:r>
            <a:endParaRPr lang="ko-KR" sz="3150"/>
          </a:p>
        </p:txBody>
      </p:sp>
      <p:sp>
        <p:nvSpPr>
          <p:cNvPr id="3" name="Ellipse 3"/>
          <p:cNvSpPr/>
          <p:nvPr/>
        </p:nvSpPr>
        <p:spPr>
          <a:xfrm rot="0">
            <a:off x="1143000" y="1143000"/>
            <a:ext cx="1524000" cy="1524000"/>
          </a:xfrm>
          <a:prstGeom prst="ellipse">
            <a:avLst/>
          </a:prstGeom>
          <a:solidFill>
            <a:srgbClr val="D9AE49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 rot="0">
            <a:off x="0" y="1143000"/>
            <a:ext cx="2095500" cy="1333500"/>
          </a:xfrm>
          <a:prstGeom prst="rect">
            <a:avLst/>
          </a:prstGeom>
          <a:solidFill>
            <a:srgbClr val="32857A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diamond.png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3524250" y="2238375"/>
            <a:ext cx="2095500" cy="1619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