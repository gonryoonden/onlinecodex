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ynthetic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762000" y="2381250"/>
            <a:ext cx="2571750" cy="1524000"/>
          </a:xfrm>
          <a:prstGeom prst="rect">
            <a:avLst/>
          </a:prstGeom>
          <a:solidFill>
            <a:srgbClr val="32857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>
            <a:off x="2667000" y="3238500"/>
            <a:ext cx="1428750" cy="1428750"/>
          </a:xfrm>
          <a:prstGeom prst="ellipse">
            <a:avLst/>
          </a:prstGeom>
          <a:solidFill>
            <a:srgbClr val="D9AE4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4762500" y="2190750"/>
            <a:ext cx="2381250" cy="952500"/>
          </a:xfrm>
          <a:prstGeom prst="roundRect">
            <a:avLst>
              <a:gd name="adj" fmla="val 15000"/>
            </a:avLst>
          </a:prstGeom>
          <a:solidFill>
            <a:srgbClr val="D46C43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마스크 이미지 · 경계 확인 필요"/>
          <p:cNvPicPr/>
          <p:nvPr/>
        </p:nvPicPr>
        <p:blipFill>
          <a:blip r:embed="rId2"/>
          <a:stretch>
            <a:fillRect/>
          </a:stretch>
        </p:blipFill>
        <p:spPr>
          <a:xfrm>
            <a:off x="4762500" y="3495675"/>
            <a:ext cx="2133600" cy="16573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 rot="0">
            <a:off x="952500" y="619125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>
                <a:solidFill>
                  <a:srgbClr val="18333B"/>
                </a:solidFill>
                <a:latin typeface="Noto Sans KR"/>
                <a:ea typeface="Noto Sans KR"/>
                <a:cs typeface="Noto Sans KR"/>
              </a:rPr>
              <a:t>이 글자는 실제로 바뀝니다</a:t>
            </a:r>
            <a:endParaRPr lang="ko-KR" sz="3000"/>
          </a:p>
        </p:txBody>
      </p:sp>
      <p:sp>
        <p:nvSpPr>
          <p:cNvPr id="7" name="TextBox 7"/>
          <p:cNvSpPr txBox="1"/>
          <p:nvPr/>
        </p:nvSpPr>
        <p:spPr>
          <a:xfrm rot="0">
            <a:off x="695325" y="12954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1650">
                <a:solidFill>
                  <a:srgbClr val="53666B"/>
                </a:solidFill>
                <a:latin typeface="Noto Sans KR"/>
                <a:ea typeface="Noto Sans KR"/>
                <a:cs typeface="Noto Sans KR"/>
              </a:rPr>
              <a:t>한글 텍스트와 독립적인 편집 레이어</a:t>
            </a:r>
            <a:endParaRPr lang="ko-KR" sz="1650"/>
          </a:p>
        </p:txBody>
      </p:sp>
      <p:sp>
        <p:nvSpPr>
          <p:cNvPr id="8" name="Line 8"/>
          <p:cNvSpPr/>
          <p:nvPr/>
        </p:nvSpPr>
        <p:spPr>
          <a:xfrm>
            <a:off x="762000" y="5238750"/>
            <a:ext cx="3333750" cy="0"/>
          </a:xfrm>
          <a:prstGeom prst="line">
            <a:avLst/>
          </a:prstGeom>
          <a:noFill/>
          <a:ln w="57150">
            <a:solidFill>
              <a:srgbClr val="18333B"/>
            </a:solidFill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