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096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ynthetic.png"/>
          <p:cNvPicPr/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 rot="0">
            <a:off x="0" y="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 rot="0">
            <a:off x="762000" y="2381250"/>
            <a:ext cx="2571750" cy="1524000"/>
          </a:xfrm>
          <a:prstGeom prst="rect">
            <a:avLst/>
          </a:prstGeom>
          <a:solidFill>
            <a:srgbClr val="32857A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lipse 3"/>
          <p:cNvSpPr/>
          <p:nvPr/>
        </p:nvSpPr>
        <p:spPr>
          <a:xfrm rot="0">
            <a:off x="2667000" y="3238500"/>
            <a:ext cx="1428750" cy="1428750"/>
          </a:xfrm>
          <a:prstGeom prst="ellipse">
            <a:avLst/>
          </a:prstGeom>
          <a:solidFill>
            <a:srgbClr val="D9AE49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 rot="0">
            <a:off x="4762500" y="2190750"/>
            <a:ext cx="2381250" cy="952500"/>
          </a:xfrm>
          <a:prstGeom prst="roundRect">
            <a:avLst>
              <a:gd name="adj" fmla="val 15000"/>
            </a:avLst>
          </a:prstGeom>
          <a:solidFill>
            <a:srgbClr val="D46C43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마스크 이미지 · 경계 확인 필요"/>
          <p:cNvPicPr/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 rot="0">
            <a:off x="4762500" y="3495675"/>
            <a:ext cx="2133600" cy="165735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 rot="0">
            <a:off x="952500" y="619125"/>
            <a:ext cx="76200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3000">
                <a:solidFill>
                  <a:srgbClr val="18333B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이 글자는 실제로 바뀝니다</a:t>
            </a:r>
            <a:endParaRPr lang="ko-KR" sz="3000"/>
          </a:p>
        </p:txBody>
      </p:sp>
      <p:sp>
        <p:nvSpPr>
          <p:cNvPr id="7" name="TextBox 7"/>
          <p:cNvSpPr txBox="1"/>
          <p:nvPr/>
        </p:nvSpPr>
        <p:spPr>
          <a:xfrm rot="0">
            <a:off x="695325" y="129540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1650">
                <a:solidFill>
                  <a:srgbClr val="53666B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한글 텍스트와 독립적인 편집 레이어</a:t>
            </a:r>
            <a:endParaRPr lang="ko-KR" sz="1650"/>
          </a:p>
        </p:txBody>
      </p:sp>
      <p:sp>
        <p:nvSpPr>
          <p:cNvPr id="8" name="Line 8"/>
          <p:cNvSpPr/>
          <p:nvPr/>
        </p:nvSpPr>
        <p:spPr>
          <a:xfrm rot="0">
            <a:off x="762000" y="5238750"/>
            <a:ext cx="3333750" cy="0"/>
          </a:xfrm>
          <a:prstGeom prst="line">
            <a:avLst/>
          </a:prstGeom>
          <a:noFill/>
          <a:ln w="57150">
            <a:solidFill>
              <a:srgbClr val="18333B">
                <a:alpha val="100000"/>
              </a:srgbClr>
            </a:solidFill>
            <a:prstDash val="solid"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