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62000" y="2381250"/>
            <a:ext cx="2571750" cy="1524000"/>
          </a:xfrm>
          <a:prstGeom prst="rect">
            <a:avLst/>
          </a:prstGeom>
          <a:solidFill>
            <a:srgbClr val="32857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2667000" y="3238500"/>
            <a:ext cx="1428750" cy="1428750"/>
          </a:xfrm>
          <a:prstGeom prst="ellipse">
            <a:avLst/>
          </a:prstGeom>
          <a:solidFill>
            <a:srgbClr val="D9AE4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_600_370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0" y="3524250"/>
            <a:ext cx="2095500" cy="1619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/>
                </a:solidFill>
                <a:latin typeface="Noto Sans KR"/>
                <a:ea typeface="Noto Sans KR"/>
                <a:cs typeface="Noto Sans KR"/>
              </a:rPr>
              <a:t>첫 페이지 한글 편집 가능</a:t>
            </a:r>
            <a:endParaRPr lang="ko-KR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1F0EC"/>
            </a:gs>
            <a:gs pos="100000">
              <a:srgbClr val="B6D5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/>
                </a:solidFill>
                <a:latin typeface="Noto Sans KR"/>
                <a:ea typeface="Noto Sans KR"/>
                <a:cs typeface="Noto Sans KR"/>
              </a:rPr>
              <a:t>두 번째 페이지 · 순서 확인</a:t>
            </a:r>
            <a:endParaRPr lang="ko-KR" sz="3000"/>
          </a:p>
        </p:txBody>
      </p:sp>
      <p:sp>
        <p:nvSpPr>
          <p:cNvPr id="3" name="Rect 3"/>
          <p:cNvSpPr/>
          <p:nvPr/>
        </p:nvSpPr>
        <p:spPr>
          <a:xfrm>
            <a:off x="762000" y="2381250"/>
            <a:ext cx="2571750" cy="1524000"/>
          </a:xfrm>
          <a:prstGeom prst="rect">
            <a:avLst/>
          </a:prstGeom>
          <a:solidFill>
            <a:srgbClr val="32857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