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 rot="0">
            <a:off x="762000" y="2381250"/>
            <a:ext cx="2571750" cy="1524000"/>
          </a:xfrm>
          <a:prstGeom prst="rect">
            <a:avLst/>
          </a:prstGeom>
          <a:solidFill>
            <a:srgbClr val="32857A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 3"/>
          <p:cNvSpPr/>
          <p:nvPr/>
        </p:nvSpPr>
        <p:spPr>
          <a:xfrm rot="0">
            <a:off x="2667000" y="3238500"/>
            <a:ext cx="1428750" cy="1428750"/>
          </a:xfrm>
          <a:prstGeom prst="ellipse">
            <a:avLst/>
          </a:prstGeom>
          <a:solidFill>
            <a:srgbClr val="D9AE49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_600_370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5715000" y="3524250"/>
            <a:ext cx="2095500" cy="16192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 rot="0">
            <a:off x="666750" y="619125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000" b="1">
                <a:solidFill>
                  <a:srgbClr val="18333B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첫 페이지 한글 편집 가능</a:t>
            </a:r>
            <a:endParaRPr lang="ko-KR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